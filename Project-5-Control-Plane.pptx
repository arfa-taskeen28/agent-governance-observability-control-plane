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000" y="2100000"/>
            <a:ext cx="1200000" cy="70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0000" y="1250000"/>
            <a:ext cx="105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AI AGENT PORTFOLIO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2350000"/>
            <a:ext cx="106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Agent Governance &amp; Observability Control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000" y="4250000"/>
            <a:ext cx="105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64748B"/>
                </a:solidFill>
                <a:latin typeface="Calibri"/>
              </a:rPr>
              <a:t>One dashboard proving every agent is healthy — and provable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000" y="5350000"/>
            <a:ext cx="105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Presented by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Fauzan Ejaz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GitHub: fauzan111/Agent-Governance-Observability-Control-Plane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What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A single dashboard across all the other agents.</a:t>
            </a:r>
            <a:r>
              <a:rPr sz="1500" b="0">
                <a:solidFill>
                  <a:srgbClr val="64748B"/>
                </a:solidFill>
                <a:latin typeface="Calibri"/>
              </a:rPr>
              <a:t>  Support, SDR, document, claims.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Aggregates cost, latency, quality, and overrides.</a:t>
            </a:r>
            <a:r>
              <a:rPr sz="1500" b="0">
                <a:solidFill>
                  <a:srgbClr val="64748B"/>
                </a:solidFill>
                <a:latin typeface="Calibri"/>
              </a:rPr>
              <a:t>  Per agent, over time.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Alerts when an agent breaches its SLO.</a:t>
            </a:r>
            <a:r>
              <a:rPr sz="1500" b="0">
                <a:solidFill>
                  <a:srgbClr val="64748B"/>
                </a:solidFill>
                <a:latin typeface="Calibri"/>
              </a:rPr>
              <a:t>  Latency, override spikes, quality drops.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Generates a compliance report per agent.</a:t>
            </a:r>
            <a:r>
              <a:rPr sz="1500" b="0">
                <a:solidFill>
                  <a:srgbClr val="64748B"/>
                </a:solidFill>
                <a:latin typeface="Calibri"/>
              </a:rPr>
              <a:t>  On demand, for a non-technical stakeholder.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The capstone — built to monitor the other four.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5 · Control Plane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problem it solves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Nearly 9 in 10 agent projects never reach production.</a:t>
            </a:r>
            <a:r>
              <a:rPr sz="1500" b="0">
                <a:solidFill>
                  <a:srgbClr val="64748B"/>
                </a:solidFill>
                <a:latin typeface="Calibri"/>
              </a:rPr>
              <a:t>  The gap is operational maturity, not model quality.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Buyers ask: how do we know these agents behave?</a:t>
            </a:r>
            <a:r>
              <a:rPr sz="1500" b="0">
                <a:solidFill>
                  <a:srgbClr val="64748B"/>
                </a:solidFill>
                <a:latin typeface="Calibri"/>
              </a:rPr>
              <a:t>  And how do we prove it?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Prototypes have no answer. Production teams do.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This dashboard IS the answer.</a:t>
            </a:r>
            <a:r>
              <a:rPr sz="1500" b="0">
                <a:solidFill>
                  <a:srgbClr val="64748B"/>
                </a:solidFill>
                <a:latin typeface="Calibri"/>
              </a:rPr>
              <a:t>  Health, cost, and oversight at a glance.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750000"/>
            <a:ext cx="1080000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4748B"/>
                </a:solidFill>
                <a:latin typeface="Calibri"/>
              </a:rPr>
              <a:t>This is the single clearest signal of production maturity.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5 · Control Plane   ·   Fauzan Ejaz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Each agent emits one telemetry event per query.</a:t>
            </a:r>
            <a:r>
              <a:rPr sz="1500" b="0">
                <a:solidFill>
                  <a:srgbClr val="64748B"/>
                </a:solidFill>
                <a:latin typeface="Calibri"/>
              </a:rPr>
              <a:t>  Latency, cost, quality, human-override.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The plane aggregates events into scorecards.</a:t>
            </a:r>
            <a:r>
              <a:rPr sz="1500" b="0">
                <a:solidFill>
                  <a:srgbClr val="64748B"/>
                </a:solidFill>
                <a:latin typeface="Calibri"/>
              </a:rPr>
              <a:t>  Cost/query, p50/p95/p99 latency, override rate.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Daily trends reveal drift.</a:t>
            </a:r>
            <a:r>
              <a:rPr sz="1500" b="0">
                <a:solidFill>
                  <a:srgbClr val="64748B"/>
                </a:solidFill>
                <a:latin typeface="Calibri"/>
              </a:rPr>
              <a:t>  Is quality slipping? Is latency creeping up?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Threshold breaches raise alerts.</a:t>
            </a:r>
            <a:r>
              <a:rPr sz="1500" b="0">
                <a:solidFill>
                  <a:srgbClr val="64748B"/>
                </a:solidFill>
                <a:latin typeface="Calibri"/>
              </a:rPr>
              <a:t>  Optionally pushed to Slack.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One click exports a compliance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5 · Control Plane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Why ingestion, not database polling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Agents push telemetry to a collector.</a:t>
            </a:r>
            <a:r>
              <a:rPr sz="1500" b="0">
                <a:solidFill>
                  <a:srgbClr val="64748B"/>
                </a:solidFill>
                <a:latin typeface="Calibri"/>
              </a:rPr>
              <a:t>  How Langfuse and OpenTelemetry actually work.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Decoupled from every agent's database schema.</a:t>
            </a:r>
            <a:r>
              <a:rPr sz="1500" b="0">
                <a:solidFill>
                  <a:srgbClr val="64748B"/>
                </a:solidFill>
                <a:latin typeface="Calibri"/>
              </a:rPr>
              <a:t>  Robust and simple to integrate.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Works even when an agent is offline.</a:t>
            </a:r>
            <a:r>
              <a:rPr sz="1500" b="0">
                <a:solidFill>
                  <a:srgbClr val="64748B"/>
                </a:solidFill>
                <a:latin typeface="Calibri"/>
              </a:rPr>
              <a:t>  Cross-DB polling cannot.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A demo simulator seeds realistic history.</a:t>
            </a:r>
            <a:r>
              <a:rPr sz="1500" b="0">
                <a:solidFill>
                  <a:srgbClr val="64748B"/>
                </a:solidFill>
                <a:latin typeface="Calibri"/>
              </a:rPr>
              <a:t>  With a latency regression and an override spike.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5 · Control Plane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compliance report (the enterprise artifact)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Risk classification and reporting period.</a:t>
            </a:r>
            <a:r>
              <a:rPr sz="1500" b="0">
                <a:solidFill>
                  <a:srgbClr val="64748B"/>
                </a:solidFill>
                <a:latin typeface="Calibri"/>
              </a:rPr>
              <a:t>  EU AI Act category per agent.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Operational summary: volume, cost, latency SLO.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Human-oversight statistics.</a:t>
            </a:r>
            <a:r>
              <a:rPr sz="1500" b="0">
                <a:solidFill>
                  <a:srgbClr val="64748B"/>
                </a:solidFill>
                <a:latin typeface="Calibri"/>
              </a:rPr>
              <a:t>  Override rate and count, with thresholds.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Explainability note and alert history.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Exported as a downloadable document.</a:t>
            </a:r>
            <a:r>
              <a:rPr sz="1500" b="0">
                <a:solidFill>
                  <a:srgbClr val="64748B"/>
                </a:solidFill>
                <a:latin typeface="Calibri"/>
              </a:rPr>
              <a:t>  Suitable for an audit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750000"/>
            <a:ext cx="1080000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4748B"/>
                </a:solidFill>
                <a:latin typeface="Calibri"/>
              </a:rPr>
              <a:t>The single most enterprise-recognizable artifact in the portfolio.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5 · Control Plane   ·   Fauzan Ejaz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A dashboard built with rigor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Colorblind-safe palette, validated by a script.</a:t>
            </a:r>
            <a:r>
              <a:rPr sz="1500" b="0">
                <a:solidFill>
                  <a:srgbClr val="64748B"/>
                </a:solidFill>
                <a:latin typeface="Calibri"/>
              </a:rPr>
              <a:t>  Not chosen by eye.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Status colors always carry an icon and label.</a:t>
            </a:r>
            <a:r>
              <a:rPr sz="1500" b="0">
                <a:solidFill>
                  <a:srgbClr val="64748B"/>
                </a:solidFill>
                <a:latin typeface="Calibri"/>
              </a:rPr>
              <a:t>  Never color alone.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Trend chart with an interactive hover tooltip.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Correct statistics.</a:t>
            </a:r>
            <a:r>
              <a:rPr sz="1500" b="0">
                <a:solidFill>
                  <a:srgbClr val="64748B"/>
                </a:solidFill>
                <a:latin typeface="Calibri"/>
              </a:rPr>
              <a:t>  Percentiles verified by hand and unit-tested.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5 · Control Plane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Engineering &amp;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Stack: FastAPI · SQLAlchemy · pure-Python metrics.</a:t>
            </a:r>
            <a:r>
              <a:rPr sz="1500" b="0">
                <a:solidFill>
                  <a:srgbClr val="64748B"/>
                </a:solidFill>
                <a:latin typeface="Calibri"/>
              </a:rPr>
              <a:t>  No heavy numeric deps.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Docker + GitHub Actions CI/CD, Render blueprint ready.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Runs offline with no keys.</a:t>
            </a:r>
            <a:r>
              <a:rPr sz="1500" b="0">
                <a:solidFill>
                  <a:srgbClr val="64748B"/>
                </a:solidFill>
                <a:latin typeface="Calibri"/>
              </a:rPr>
              <a:t>  Simulator fills the dashboard for instant demos.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17 automated tests, continuous integration green.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Independent review verified the metric math.</a:t>
            </a:r>
            <a:r>
              <a:rPr sz="1500" b="0">
                <a:solidFill>
                  <a:srgbClr val="64748B"/>
                </a:solidFill>
                <a:latin typeface="Calibri"/>
              </a:rPr>
              <a:t>  Percentiles checked by hand.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5 · Control Plane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How this helps in the future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Demonstrates the rarest, highest-value skill.</a:t>
            </a:r>
            <a:r>
              <a:rPr sz="1500" b="0">
                <a:solidFill>
                  <a:srgbClr val="64748B"/>
                </a:solidFill>
                <a:latin typeface="Calibri"/>
              </a:rPr>
              <a:t>  Operational maturity, not just building agents.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Proves I can run a fleet, not just a demo.</a:t>
            </a:r>
            <a:r>
              <a:rPr sz="1500" b="0">
                <a:solidFill>
                  <a:srgbClr val="64748B"/>
                </a:solidFill>
                <a:latin typeface="Calibri"/>
              </a:rPr>
              <a:t>  Health, cost, and compliance at a glance.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Ties the whole portfolio together.</a:t>
            </a:r>
            <a:r>
              <a:rPr sz="1500" b="0">
                <a:solidFill>
                  <a:srgbClr val="64748B"/>
                </a:solidFill>
                <a:latin typeface="Calibri"/>
              </a:rPr>
              <a:t>  One control plane over four production agents.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Maps directly to target roles.</a:t>
            </a:r>
            <a:r>
              <a:rPr sz="1500" b="0">
                <a:solidFill>
                  <a:srgbClr val="64748B"/>
                </a:solidFill>
                <a:latin typeface="Calibri"/>
              </a:rPr>
              <a:t>  AI Platform · MLOps · Applied AI Engineering.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750000"/>
            <a:ext cx="1080000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4748B"/>
                </a:solidFill>
                <a:latin typeface="Calibri"/>
              </a:rPr>
              <a:t>The project that proves I build for production, end to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5 · Control Plane   ·   Fauzan Ejaz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